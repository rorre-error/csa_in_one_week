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CB80-C6A5-404A-8795-FE0FE37AE34F}" type="datetimeFigureOut">
              <a:rPr lang="en-US" smtClean="0"/>
              <a:t>2/13/2017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D05-0992-4881-B729-91ED2BE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5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9CB80-C6A5-404A-8795-FE0FE37AE34F}" type="datetimeFigureOut">
              <a:rPr lang="en-US" smtClean="0"/>
              <a:t>2/13/2017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FDD05-0992-4881-B729-91ED2BE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5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Introduction to Computer System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7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Architecture and Organization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4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Structure and 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2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0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0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1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Function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6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Structure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6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Structure (Internal Structure)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1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Structure (CPU)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9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(Vacuum tubes)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(Vacuum tubes)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05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(Transistors)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4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(Transistors)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4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(Transistors)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(Integrated Circuits)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2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(Integrated Circuits)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72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(Integrated Circuits)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80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(Integrated Circuits)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16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(LSI)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4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b="1" smtClean="0"/>
              <a:t>Brief History of Computers (LSI)</a:t>
            </a:r>
            <a:endParaRPr lang="en-US" sz="5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Widescreen</PresentationFormat>
  <Paragraphs>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Introduction to Computer System</vt:lpstr>
      <vt:lpstr>Architecture and Organization</vt:lpstr>
      <vt:lpstr>Structure and Function</vt:lpstr>
      <vt:lpstr>Function</vt:lpstr>
      <vt:lpstr>Function</vt:lpstr>
      <vt:lpstr>Function</vt:lpstr>
      <vt:lpstr>Function</vt:lpstr>
      <vt:lpstr>Function</vt:lpstr>
      <vt:lpstr>Structure</vt:lpstr>
      <vt:lpstr>Structure (Internal Structure)</vt:lpstr>
      <vt:lpstr>Structure (CPU)</vt:lpstr>
      <vt:lpstr>Brief History of Computers (Vacuum tubes)</vt:lpstr>
      <vt:lpstr>Brief History of Computers (Vacuum tubes)</vt:lpstr>
      <vt:lpstr>Brief History of Computers (Transistors)</vt:lpstr>
      <vt:lpstr>Brief History of Computers (Transistors)</vt:lpstr>
      <vt:lpstr>Brief History of Computers (Transistors)</vt:lpstr>
      <vt:lpstr>Brief History of Computers (Integrated Circuits)</vt:lpstr>
      <vt:lpstr>Brief History of Computers (Integrated Circuits)</vt:lpstr>
      <vt:lpstr>Brief History of Computers (Integrated Circuits)</vt:lpstr>
      <vt:lpstr>Brief History of Computers (Integrated Circuits)</vt:lpstr>
      <vt:lpstr>Brief History of Computers (LSI)</vt:lpstr>
      <vt:lpstr>Brief History of Computers (LSI)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</dc:title>
  <dc:creator>TEY KOK SOON</dc:creator>
  <cp:lastModifiedBy>TEY KOK SOON</cp:lastModifiedBy>
  <cp:revision>1</cp:revision>
  <dcterms:created xsi:type="dcterms:W3CDTF">2017-02-13T01:14:19Z</dcterms:created>
  <dcterms:modified xsi:type="dcterms:W3CDTF">2017-02-13T01:14:19Z</dcterms:modified>
</cp:coreProperties>
</file>